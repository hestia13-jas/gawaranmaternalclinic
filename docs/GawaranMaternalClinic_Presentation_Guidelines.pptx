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Gawaran Maternal Clinic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Group Members: Bryan Longalong, Student 2, Student 3</a:t>
            </a:r>
          </a:p>
          <a:p>
            <a:r>
              <a:t>Subject: (Insert Subject)</a:t>
            </a:r>
          </a:p>
          <a:p>
            <a:r>
              <a:t>Adviser: (Insert Adviser)</a:t>
            </a:r>
          </a:p>
          <a:p>
            <a:r>
              <a:t>Cavite State University – Imus, Cavite</a:t>
            </a:r>
          </a:p>
          <a:p>
            <a:r>
              <a:t>May 28,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full-stack maternity clinic web application for clinic operations and patient access</a:t>
            </a:r>
          </a:p>
          <a:p>
            <a:pPr/>
            <a:r>
              <a:t>Purpose: centralize workflows, dashboards, and role-based portal access</a:t>
            </a:r>
          </a:p>
          <a:p>
            <a:pPr/>
            <a:r>
              <a:t>Built with Node.js (Express) + static web pages + Supabase backend services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Manual process</a:t>
            </a:r>
          </a:p>
          <a:p>
            <a:pPr/>
            <a:r>
              <a:t>Delays</a:t>
            </a:r>
          </a:p>
          <a:p>
            <a:pPr/>
            <a:r>
              <a:t>Human errors</a:t>
            </a:r>
          </a:p>
          <a:p>
            <a:pPr/>
            <a:r>
              <a:t>Long waiting time</a:t>
            </a:r>
          </a:p>
          <a:p>
            <a:pPr/>
            <a:r>
              <a:t>No real-time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of the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General Objective: Develop a secure web-based clinic management portal</a:t>
            </a:r>
          </a:p>
          <a:p>
            <a:pPr/>
            <a:r>
              <a:t>Specific Objectives:</a:t>
            </a:r>
          </a:p>
          <a:p>
            <a:pPr/>
            <a:r>
              <a:t>• Automate key transactions (registration, authentication, portal access)</a:t>
            </a:r>
          </a:p>
          <a:p>
            <a:pPr/>
            <a:r>
              <a:t>• Generate dashboards and basic reports for monitoring</a:t>
            </a:r>
          </a:p>
          <a:p>
            <a:pPr/>
            <a:r>
              <a:t>• Improve monitoring through centralized widgets and charts</a:t>
            </a:r>
          </a:p>
          <a:p>
            <a:pPr/>
            <a:r>
              <a:t>• Reduce manual errors via validation and standardized workflows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Scope (CAN do): role-based portals (admin/doctor/nurse/staff/patient), dashboards, auth + 2FA, audit logs</a:t>
            </a:r>
          </a:p>
          <a:p>
            <a:pPr/>
            <a:r>
              <a:t>Limitations (CANNOT do): no mobile app, limited real-time updates, advanced clinical workflows not included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Frontend: `public/` HTML/CSS/JS pages (portal + dashboards)</a:t>
            </a:r>
          </a:p>
          <a:p>
            <a:pPr/>
            <a:r>
              <a:t>Backend: `server.js` Express API under `/api/*`</a:t>
            </a:r>
          </a:p>
          <a:p>
            <a:pPr/>
            <a:r>
              <a:t>Database/Auth: Supabase (Postgres + Auth + RLS policies)</a:t>
            </a:r>
          </a:p>
          <a:p>
            <a:pPr/>
            <a:r>
              <a:t>Security: Helmet+CSP, rate limits, CSRF token checks, OTP (2FA), audit logs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Agile Prototyping</a:t>
            </a:r>
          </a:p>
          <a:p>
            <a:pPr/>
            <a:r>
              <a:t>Planning → Design → Development → Testing</a:t>
            </a:r>
          </a:p>
          <a:p>
            <a:pPr/>
            <a:r>
              <a:t>Iterative improvements for UI validation, role-based modules, and security controls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Live demo flow:</a:t>
            </a:r>
          </a:p>
          <a:p>
            <a:pPr/>
            <a:r>
              <a:t>• Open landing page</a:t>
            </a:r>
          </a:p>
          <a:p>
            <a:pPr/>
            <a:r>
              <a:t>• Sign up / login</a:t>
            </a:r>
          </a:p>
          <a:p>
            <a:pPr/>
            <a:r>
              <a:t>• (Optional) OTP verification for 2FA-enabled account</a:t>
            </a:r>
          </a:p>
          <a:p>
            <a:pPr/>
            <a:r>
              <a:t>• Open portal and view role-based modules + dashboard widgets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